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60" r:id="rId13"/>
    <p:sldId id="261" r:id="rId14"/>
    <p:sldId id="262" r:id="rId15"/>
  </p:sldIdLst>
  <p:sldSz cx="18288000" cy="10287000"/>
  <p:notesSz cx="6858000" cy="9144000"/>
  <p:embeddedFontLst>
    <p:embeddedFont>
      <p:font typeface="Times New Roman MT" panose="020B0604020202020204" charset="0"/>
      <p:regular r:id="rId16"/>
    </p:embeddedFont>
    <p:embeddedFont>
      <p:font typeface="Times New Roman M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E17BC-F448-4699-842F-4AB08F11D15E}" v="1" dt="2026-02-05T14:37:14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LVA HARISH.J" userId="0af196cabd2143af" providerId="LiveId" clId="{8075D703-285D-4619-A728-574CF90BD410}"/>
    <pc:docChg chg="modSld">
      <pc:chgData name="SELVA HARISH.J" userId="0af196cabd2143af" providerId="LiveId" clId="{8075D703-285D-4619-A728-574CF90BD410}" dt="2026-02-05T14:38:05.730" v="8" actId="1076"/>
      <pc:docMkLst>
        <pc:docMk/>
      </pc:docMkLst>
      <pc:sldChg chg="modSp mod">
        <pc:chgData name="SELVA HARISH.J" userId="0af196cabd2143af" providerId="LiveId" clId="{8075D703-285D-4619-A728-574CF90BD410}" dt="2026-02-05T14:38:05.730" v="8" actId="1076"/>
        <pc:sldMkLst>
          <pc:docMk/>
          <pc:sldMk cId="0" sldId="256"/>
        </pc:sldMkLst>
        <pc:spChg chg="mod">
          <ac:chgData name="SELVA HARISH.J" userId="0af196cabd2143af" providerId="LiveId" clId="{8075D703-285D-4619-A728-574CF90BD410}" dt="2026-02-05T14:37:30.262" v="6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SELVA HARISH.J" userId="0af196cabd2143af" providerId="LiveId" clId="{8075D703-285D-4619-A728-574CF90BD410}" dt="2026-02-05T14:38:05.730" v="8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ELVA HARISH.J" userId="0af196cabd2143af" providerId="LiveId" clId="{8075D703-285D-4619-A728-574CF90BD410}" dt="2026-01-28T15:01:04.972" v="0" actId="14100"/>
        <pc:sldMkLst>
          <pc:docMk/>
          <pc:sldMk cId="0" sldId="261"/>
        </pc:sldMkLst>
        <pc:spChg chg="mod">
          <ac:chgData name="SELVA HARISH.J" userId="0af196cabd2143af" providerId="LiveId" clId="{8075D703-285D-4619-A728-574CF90BD410}" dt="2026-01-28T15:01:04.972" v="0" actId="14100"/>
          <ac:spMkLst>
            <pc:docMk/>
            <pc:sldMk cId="0" sldId="261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kemytrip.com/" TargetMode="External"/><Relationship Id="rId2" Type="http://schemas.openxmlformats.org/officeDocument/2006/relationships/hyperlink" Target="https://www.tripadvisor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2406159"/>
          </a:xfrm>
          <a:custGeom>
            <a:avLst/>
            <a:gdLst/>
            <a:ahLst/>
            <a:cxnLst/>
            <a:rect l="l" t="t" r="r" b="b"/>
            <a:pathLst>
              <a:path w="18288000" h="2406159">
                <a:moveTo>
                  <a:pt x="0" y="0"/>
                </a:moveTo>
                <a:lnTo>
                  <a:pt x="18288000" y="0"/>
                </a:lnTo>
                <a:lnTo>
                  <a:pt x="18288000" y="2406159"/>
                </a:lnTo>
                <a:lnTo>
                  <a:pt x="0" y="2406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7" b="-363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12096" y="3619500"/>
            <a:ext cx="11063808" cy="1012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BASED TRAVEL PLANNER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7124700"/>
            <a:ext cx="4750092" cy="2939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41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Team Members:</a:t>
            </a:r>
          </a:p>
          <a:p>
            <a:pPr algn="l">
              <a:lnSpc>
                <a:spcPts val="3941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Vijay Adhith A.R.     (910623105085)</a:t>
            </a:r>
          </a:p>
          <a:p>
            <a:pPr>
              <a:lnSpc>
                <a:spcPts val="3941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Selva Harish J </a:t>
            </a:r>
          </a:p>
          <a:p>
            <a:pPr>
              <a:lnSpc>
                <a:spcPts val="3941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(910623105066)</a:t>
            </a:r>
          </a:p>
          <a:p>
            <a:pPr algn="l">
              <a:lnSpc>
                <a:spcPts val="3521"/>
              </a:lnSpc>
              <a:spcBef>
                <a:spcPct val="0"/>
              </a:spcBef>
            </a:pPr>
            <a:endParaRPr lang="en-US" sz="2815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867400" y="7151318"/>
            <a:ext cx="5105429" cy="197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1"/>
              </a:lnSpc>
              <a:spcBef>
                <a:spcPct val="0"/>
              </a:spcBef>
            </a:pPr>
            <a:r>
              <a:rPr lang="en-US" sz="281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              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SUPERVISOR</a:t>
            </a:r>
            <a:br>
              <a:rPr lang="en-US" sz="28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</a:br>
            <a:r>
              <a:rPr lang="en-US" sz="28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Mrs.S.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Vijayasharmila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.,AP/IT</a:t>
            </a:r>
            <a:br>
              <a:rPr lang="en-US" sz="28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</a:br>
            <a:endParaRPr lang="en-US" sz="2815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  <a:p>
            <a:pPr algn="l">
              <a:lnSpc>
                <a:spcPts val="3941"/>
              </a:lnSpc>
              <a:spcBef>
                <a:spcPct val="0"/>
              </a:spcBef>
            </a:pPr>
            <a:endParaRPr lang="en-US" sz="2815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8BB3DF3B-05ED-B10B-0F45-823D89C7C37B}"/>
              </a:ext>
            </a:extLst>
          </p:cNvPr>
          <p:cNvSpPr txBox="1"/>
          <p:nvPr/>
        </p:nvSpPr>
        <p:spPr>
          <a:xfrm>
            <a:off x="11811000" y="7099126"/>
            <a:ext cx="5638800" cy="1977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41"/>
              </a:lnSpc>
              <a:spcBef>
                <a:spcPct val="0"/>
              </a:spcBef>
            </a:pPr>
            <a:r>
              <a:rPr lang="en-US" sz="2815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  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PROJECT COORDINATOR</a:t>
            </a:r>
            <a:br>
              <a:rPr lang="en-US" sz="28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</a:br>
            <a:r>
              <a:rPr lang="en-US" sz="2815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Mr.PL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Subramanian.,AP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/IT</a:t>
            </a:r>
            <a:br>
              <a:rPr lang="en-US" sz="281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</a:br>
            <a:endParaRPr lang="en-US" sz="2815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941"/>
              </a:lnSpc>
              <a:spcBef>
                <a:spcPct val="0"/>
              </a:spcBef>
            </a:pPr>
            <a:endParaRPr lang="en-US" sz="2815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816363"/>
            <a:ext cx="308610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ABSTRACT: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1" y="1711508"/>
            <a:ext cx="16306799" cy="5914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planning often involves fragmented information, manual budgeting, and inefficient itinerary creation, making the process time-consuming and complex. Travelers typically use multiple platforms to search for destinations, compare accommodations, check routes, and estimate expenses, which can result in poor coordination and budget overruns. AI-Based Travel Planner Web Application that offers complete end-to-end travel planning by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inputs such as destination, budget, trip duration, and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preferences.The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intelligently allocates the budget across transportation, accommodation, and food while recommending suitable hotels, restaurants, and tourist attractions. It integrates map-based services to optimize routes and minimize travel time. Based on location proximity and user priorities, the application generates a structured day-wise itinerary. The proposed solution simplifies travel planning, improves cost accuracy, saves time, and delivers a personalized and efficient travel experience through a single integrated platform.</a:t>
            </a:r>
          </a:p>
          <a:p>
            <a:pPr algn="just">
              <a:lnSpc>
                <a:spcPts val="4221"/>
              </a:lnSpc>
              <a:spcBef>
                <a:spcPct val="0"/>
              </a:spcBef>
            </a:pPr>
            <a:endParaRPr lang="en-US" sz="3015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825D4-AF2A-7F0D-9023-5949B983A309}"/>
              </a:ext>
            </a:extLst>
          </p:cNvPr>
          <p:cNvSpPr txBox="1"/>
          <p:nvPr/>
        </p:nvSpPr>
        <p:spPr>
          <a:xfrm>
            <a:off x="762000" y="7200900"/>
            <a:ext cx="170688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     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 Sustainable Development Goals such as SDG 9 (Industry, Innovation and Infrastructure) and SDG 4 (Quality Education) by promoting smart, efficient, and technology-driven travel solutions.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876300"/>
            <a:ext cx="452125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111F8-C3DB-FC7D-8809-CAC50B0012A8}"/>
              </a:ext>
            </a:extLst>
          </p:cNvPr>
          <p:cNvSpPr txBox="1"/>
          <p:nvPr/>
        </p:nvSpPr>
        <p:spPr>
          <a:xfrm>
            <a:off x="1371600" y="1560013"/>
            <a:ext cx="116586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planning is complex and time-consuming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multiple platforms for complete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integration leads to inefficiency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simplifies planning with smart automation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recommendations based on user preferences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travel planning time and improves overall efficiency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8478"/>
            <a:ext cx="262890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0B92F-A292-971A-0307-F247C0753EE0}"/>
              </a:ext>
            </a:extLst>
          </p:cNvPr>
          <p:cNvSpPr txBox="1"/>
          <p:nvPr/>
        </p:nvSpPr>
        <p:spPr>
          <a:xfrm>
            <a:off x="938408" y="1602191"/>
            <a:ext cx="127254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automated travel planner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travel itineraries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budget allocation and travel routes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user experience and reduce manual effort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recommendation system for hotels, restaurants, and attractions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centralized platform for complete travel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34085-FCEA-09B7-9B87-F799BB88A348}"/>
              </a:ext>
            </a:extLst>
          </p:cNvPr>
          <p:cNvSpPr txBox="1"/>
          <p:nvPr/>
        </p:nvSpPr>
        <p:spPr>
          <a:xfrm>
            <a:off x="914400" y="723900"/>
            <a:ext cx="4250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Litrature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C8E03-6930-A0E0-D44F-CFFFFB47EACD}"/>
              </a:ext>
            </a:extLst>
          </p:cNvPr>
          <p:cNvSpPr txBox="1"/>
          <p:nvPr/>
        </p:nvSpPr>
        <p:spPr>
          <a:xfrm>
            <a:off x="838200" y="1562100"/>
            <a:ext cx="1410508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Lee, M. Chen, “Deep Learning Based Intelligent Travel Planner”, IEEE Access, 2026.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FC815-655B-E1DA-EB47-C550311C4041}"/>
              </a:ext>
            </a:extLst>
          </p:cNvPr>
          <p:cNvSpPr txBox="1"/>
          <p:nvPr/>
        </p:nvSpPr>
        <p:spPr>
          <a:xfrm>
            <a:off x="838200" y="2362319"/>
            <a:ext cx="95250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learning models for travel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 (history, preferences, seasonal trends)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real-time data (weather, traffic)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user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adaptive suggestions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5D9C2-07FC-DE20-31C6-DBB8351EC0C0}"/>
              </a:ext>
            </a:extLst>
          </p:cNvPr>
          <p:cNvSpPr txBox="1"/>
          <p:nvPr/>
        </p:nvSpPr>
        <p:spPr>
          <a:xfrm>
            <a:off x="883085" y="5829300"/>
            <a:ext cx="8077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personalized recommendations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over time using learning models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large-scale user data efficiently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decision making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4F395D-438C-3A5A-702E-60E05BCD7DE9}"/>
              </a:ext>
            </a:extLst>
          </p:cNvPr>
          <p:cNvCxnSpPr>
            <a:cxnSpLocks/>
          </p:cNvCxnSpPr>
          <p:nvPr/>
        </p:nvCxnSpPr>
        <p:spPr>
          <a:xfrm>
            <a:off x="9753600" y="2751230"/>
            <a:ext cx="0" cy="658327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FA474E-7A52-BF7D-0127-F46E2A34B53A}"/>
              </a:ext>
            </a:extLst>
          </p:cNvPr>
          <p:cNvSpPr txBox="1"/>
          <p:nvPr/>
        </p:nvSpPr>
        <p:spPr>
          <a:xfrm>
            <a:off x="10210800" y="2492633"/>
            <a:ext cx="6934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structured day-wise itinerary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proper budget allocation mechanism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heavily on large datasets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30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76CCA1-51C3-B47C-CE64-34B0CB8E7F96}"/>
              </a:ext>
            </a:extLst>
          </p:cNvPr>
          <p:cNvSpPr txBox="1"/>
          <p:nvPr/>
        </p:nvSpPr>
        <p:spPr>
          <a:xfrm>
            <a:off x="762000" y="419100"/>
            <a:ext cx="166878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Sharma, R. Gupta, “AI-Driven Travel Planning and Recommendation System”, International Journal of Advanced Computer Science, 2025.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303CA-04EE-9C25-1C53-1F9D0818B633}"/>
              </a:ext>
            </a:extLst>
          </p:cNvPr>
          <p:cNvSpPr txBox="1"/>
          <p:nvPr/>
        </p:nvSpPr>
        <p:spPr>
          <a:xfrm>
            <a:off x="762000" y="1896970"/>
            <a:ext cx="95250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machine learning algorithms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inputs like budget, interests, duration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recommendations for places and hotels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patterns for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ADCE5-A87C-7C16-A76D-A9FA13D25DDA}"/>
              </a:ext>
            </a:extLst>
          </p:cNvPr>
          <p:cNvSpPr txBox="1"/>
          <p:nvPr/>
        </p:nvSpPr>
        <p:spPr>
          <a:xfrm>
            <a:off x="762000" y="5524500"/>
            <a:ext cx="8077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travel suggestions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through AI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flexible recommendation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input parameters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637BBF-BA4C-2387-6D24-C07D791709D7}"/>
              </a:ext>
            </a:extLst>
          </p:cNvPr>
          <p:cNvCxnSpPr>
            <a:cxnSpLocks/>
          </p:cNvCxnSpPr>
          <p:nvPr/>
        </p:nvCxnSpPr>
        <p:spPr>
          <a:xfrm>
            <a:off x="9144000" y="1929090"/>
            <a:ext cx="0" cy="68419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8D9277-8C86-0C25-AA5B-72AE58FD7A83}"/>
              </a:ext>
            </a:extLst>
          </p:cNvPr>
          <p:cNvSpPr txBox="1"/>
          <p:nvPr/>
        </p:nvSpPr>
        <p:spPr>
          <a:xfrm>
            <a:off x="10058400" y="1896970"/>
            <a:ext cx="6934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complete automation of travel planning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detailed itinerary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route optimization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budget optimization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87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7D9EA-1512-4CE0-D44A-2B6989043302}"/>
              </a:ext>
            </a:extLst>
          </p:cNvPr>
          <p:cNvSpPr txBox="1"/>
          <p:nvPr/>
        </p:nvSpPr>
        <p:spPr>
          <a:xfrm>
            <a:off x="762000" y="419100"/>
            <a:ext cx="166878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Google, “Google Maps Platform – Route Optimization and Distance Matrix API,” vol. 1, 2025.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484DF-1FBE-5FFD-7D10-71FB044436CA}"/>
              </a:ext>
            </a:extLst>
          </p:cNvPr>
          <p:cNvSpPr txBox="1"/>
          <p:nvPr/>
        </p:nvSpPr>
        <p:spPr>
          <a:xfrm>
            <a:off x="762000" y="1409700"/>
            <a:ext cx="95250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algorithms for route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distance using Distance Matrix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real-time traffic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navigation and mapping services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147C8-121D-239C-DE52-911B6BFF2E58}"/>
              </a:ext>
            </a:extLst>
          </p:cNvPr>
          <p:cNvSpPr txBox="1"/>
          <p:nvPr/>
        </p:nvSpPr>
        <p:spPr>
          <a:xfrm>
            <a:off x="762000" y="4998671"/>
            <a:ext cx="8077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route and navigation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updates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travel time efficiently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location mapping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CEFBB1-5AB6-D637-684E-C24C6FE2B67E}"/>
              </a:ext>
            </a:extLst>
          </p:cNvPr>
          <p:cNvCxnSpPr>
            <a:cxnSpLocks/>
          </p:cNvCxnSpPr>
          <p:nvPr/>
        </p:nvCxnSpPr>
        <p:spPr>
          <a:xfrm>
            <a:off x="8686800" y="1577701"/>
            <a:ext cx="0" cy="68419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09CCE4-3F1F-5A10-BC97-5F6C73C52FFF}"/>
              </a:ext>
            </a:extLst>
          </p:cNvPr>
          <p:cNvSpPr txBox="1"/>
          <p:nvPr/>
        </p:nvSpPr>
        <p:spPr>
          <a:xfrm>
            <a:off x="9677400" y="1409700"/>
            <a:ext cx="6934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travel itinerary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budget planning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personalization features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integration with other systems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3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74529-9AAC-4CA0-507A-EA71317697B8}"/>
              </a:ext>
            </a:extLst>
          </p:cNvPr>
          <p:cNvSpPr txBox="1"/>
          <p:nvPr/>
        </p:nvSpPr>
        <p:spPr>
          <a:xfrm>
            <a:off x="762000" y="419100"/>
            <a:ext cx="166878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MakeMyTrip, “AI-Powered Travel Booking and Planning System”, 2025.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7A8C5-76E4-4EA3-B872-4730E777BAF9}"/>
              </a:ext>
            </a:extLst>
          </p:cNvPr>
          <p:cNvSpPr txBox="1"/>
          <p:nvPr/>
        </p:nvSpPr>
        <p:spPr>
          <a:xfrm>
            <a:off x="762000" y="1409700"/>
            <a:ext cx="95250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personalized travel suggestions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user preferences and search history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booking services (hotels, flights)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pricing, reviews, and availability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BBF27-A8D7-F73E-8E75-62CB7D7FD426}"/>
              </a:ext>
            </a:extLst>
          </p:cNvPr>
          <p:cNvSpPr txBox="1"/>
          <p:nvPr/>
        </p:nvSpPr>
        <p:spPr>
          <a:xfrm>
            <a:off x="762000" y="4998671"/>
            <a:ext cx="8077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booking and user-friendly platform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travel information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and reliable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E716C4-6216-D4A6-C0C3-B66D7E5B869C}"/>
              </a:ext>
            </a:extLst>
          </p:cNvPr>
          <p:cNvCxnSpPr>
            <a:cxnSpLocks/>
          </p:cNvCxnSpPr>
          <p:nvPr/>
        </p:nvCxnSpPr>
        <p:spPr>
          <a:xfrm>
            <a:off x="8839200" y="1577701"/>
            <a:ext cx="0" cy="68419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6E9876-AE1F-9564-36FC-CF04745FCF7A}"/>
              </a:ext>
            </a:extLst>
          </p:cNvPr>
          <p:cNvSpPr txBox="1"/>
          <p:nvPr/>
        </p:nvSpPr>
        <p:spPr>
          <a:xfrm>
            <a:off x="9677400" y="1409700"/>
            <a:ext cx="69342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itinerary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route optimization features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budget distribution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planning by users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147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C15CD2A-E207-51F9-D655-2FD86A71874A}"/>
              </a:ext>
            </a:extLst>
          </p:cNvPr>
          <p:cNvSpPr txBox="1"/>
          <p:nvPr/>
        </p:nvSpPr>
        <p:spPr>
          <a:xfrm>
            <a:off x="914400" y="918478"/>
            <a:ext cx="373380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Existing System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4A19E-EFEF-BC1D-50EB-19D9C3E24FB6}"/>
              </a:ext>
            </a:extLst>
          </p:cNvPr>
          <p:cNvSpPr txBox="1"/>
          <p:nvPr/>
        </p:nvSpPr>
        <p:spPr>
          <a:xfrm>
            <a:off x="914400" y="1626721"/>
            <a:ext cx="8793271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platforms (maps, booking apps)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travel planning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and automation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itinerary creation required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 process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budget mismanagement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90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13EB39-B38E-384A-569C-CE4B787A63C7}"/>
              </a:ext>
            </a:extLst>
          </p:cNvPr>
          <p:cNvSpPr txBox="1"/>
          <p:nvPr/>
        </p:nvSpPr>
        <p:spPr>
          <a:xfrm>
            <a:off x="914400" y="918478"/>
            <a:ext cx="396240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Proposed System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63B99-B782-A362-CC50-2413A4B3339E}"/>
              </a:ext>
            </a:extLst>
          </p:cNvPr>
          <p:cNvSpPr txBox="1"/>
          <p:nvPr/>
        </p:nvSpPr>
        <p:spPr>
          <a:xfrm>
            <a:off x="914400" y="1610020"/>
            <a:ext cx="102870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integrated travel planning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itinerary automatically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budget allocation and recommendations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routes using map-based services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through automation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with intelligent suggestions</a:t>
            </a:r>
          </a:p>
        </p:txBody>
      </p:sp>
    </p:spTree>
    <p:extLst>
      <p:ext uri="{BB962C8B-B14F-4D97-AF65-F5344CB8AC3E}">
        <p14:creationId xmlns:p14="http://schemas.microsoft.com/office/powerpoint/2010/main" val="148069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AFABA99-D56D-7FE2-41BA-5C3D7CFA03F3}"/>
              </a:ext>
            </a:extLst>
          </p:cNvPr>
          <p:cNvSpPr txBox="1"/>
          <p:nvPr/>
        </p:nvSpPr>
        <p:spPr>
          <a:xfrm>
            <a:off x="-228600" y="926307"/>
            <a:ext cx="396240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95929-6D2B-8F9C-8E2C-A525332AC97A}"/>
              </a:ext>
            </a:extLst>
          </p:cNvPr>
          <p:cNvSpPr txBox="1"/>
          <p:nvPr/>
        </p:nvSpPr>
        <p:spPr>
          <a:xfrm>
            <a:off x="914400" y="1610020"/>
            <a:ext cx="102870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generated travel plans based on inputs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planning efficiency and accuracy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time and effort for users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structured itinerary output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user satisfaction and convenience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better cost control and optimization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277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800100"/>
            <a:ext cx="4305300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74D30-B9A0-2E80-0CD2-B90130BC6D0F}"/>
              </a:ext>
            </a:extLst>
          </p:cNvPr>
          <p:cNvSpPr txBox="1"/>
          <p:nvPr/>
        </p:nvSpPr>
        <p:spPr>
          <a:xfrm flipV="1">
            <a:off x="2438401" y="2735581"/>
            <a:ext cx="171646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22BB4A9-3B92-0181-ED71-8BF55ACD7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489555"/>
            <a:ext cx="1348740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Trip Planning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application helps users plan trips efficiently based on budget, preferences, and duration using AI-driven recommendations.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All-in-One Platform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It combines multiple features like budget analysis, hotel details, and itinerary generation, eliminating the need for multiple travel websites.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 Saving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By providing optimized travel plans and smart suggestions, it reduces manual work and improves decision-making.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Integration of recommendation systems and map-based navigation ensures convenience, accessibility, and a better overall travel planning experience.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6392" y="876300"/>
            <a:ext cx="5047208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 Enhancements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262FA-26F4-5C31-F62E-1B0593145CDF}"/>
              </a:ext>
            </a:extLst>
          </p:cNvPr>
          <p:cNvSpPr txBox="1"/>
          <p:nvPr/>
        </p:nvSpPr>
        <p:spPr>
          <a:xfrm>
            <a:off x="896392" y="1714500"/>
            <a:ext cx="167820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personalization using user history and preferences for more accurate recommendations.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real-time data such as weather updates, traffic conditions, and event notifications for better trip planning.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GPS-based live tracking and navigation for seamless travel guidance during the trip.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 recommendation algorithms to include hidden gems, local experiences, and cultural activities.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budget optimization using machine learning models for more precise cost predictions.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mobile application version for Android and iOS platforms.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booking integration for hotels, transport, and activities within the platform.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6392" y="876300"/>
            <a:ext cx="2685008" cy="68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References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6392" y="1560013"/>
            <a:ext cx="17194586" cy="703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Lee, M. Chen, “Deep Learning Based Intelligent Travel Planner”, IEEE Access, 2026.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Sharma, R. Gupta, “AI-Driven Travel Planning and Recommendation System”, International Journal of Advanced Computer Science, 2025.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Google, “Google Maps Platform – Route Optimization and Distance Matrix API,” vol. 1, 2025.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MakeMyTrip, “AI-Powered Travel Booking and Planning System”, 2025.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Patel, R. Iyer, “Automated Budget-Based Travel Planning System using AI”, International Journal of Emerging Technologies, 2025. 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TripAdvisor, “Travel Reviews and Tourism Platform”. TripAdvisor Inc., 2025. Available: </a:t>
            </a:r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https://www.tripadvisor.com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MakeMyTrip, “Online Travel Booking Platform”. MakeMyTrip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Pvt.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Ltd., 2025. Available: </a:t>
            </a:r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https://www.makemytrip.com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1162</Words>
  <Application>Microsoft Office PowerPoint</Application>
  <PresentationFormat>Custom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Times New Roman MT</vt:lpstr>
      <vt:lpstr>Calibri</vt:lpstr>
      <vt:lpstr>Times New Roman MT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TRAVEL PLANNER</dc:title>
  <dc:creator>SELVA HARISH.J</dc:creator>
  <cp:lastModifiedBy>SELVA HARISH.J</cp:lastModifiedBy>
  <cp:revision>5</cp:revision>
  <dcterms:created xsi:type="dcterms:W3CDTF">2006-08-16T00:00:00Z</dcterms:created>
  <dcterms:modified xsi:type="dcterms:W3CDTF">2026-04-26T07:47:41Z</dcterms:modified>
  <dc:identifier>DAG_se57TVU</dc:identifier>
</cp:coreProperties>
</file>